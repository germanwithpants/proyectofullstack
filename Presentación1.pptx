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XX" initials="P" lastIdx="1" clrIdx="0">
    <p:extLst>
      <p:ext uri="{19B8F6BF-5375-455C-9EA6-DF929625EA0E}">
        <p15:presenceInfo xmlns:p15="http://schemas.microsoft.com/office/powerpoint/2012/main" userId="PCXX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5T18:41:34.239" idx="1">
    <p:pos x="10" y="10"/>
    <p:text>https://github.com/Germanwithpants/ProyectoFullStack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2B6EE4-E790-4E00-B2A6-A8C73A7E66A4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5EB04-3E35-4857-A5F2-77AC9E578F9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975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https://github.com/Germanwithpants/ProyectoFullStack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EB04-3E35-4857-A5F2-77AC9E578F9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1176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D487A-BCE4-46EA-8D0E-1FC04BB08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63F220-D0C0-46EA-BC79-CA434667B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F5BE22-55A8-4B17-AA0D-33C8F972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6AB9F8-A12F-470A-87C3-6433868D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A2E1A7-6580-4A34-822F-EB522181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548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51863-9D28-4793-B9A9-00EC3BE4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6F11F2-68AD-4296-971B-1D6DFFF40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7A0325-7444-4846-9174-E392CDDF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886F7-2FD1-44D2-B543-02578721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BF1982-350E-420F-A51B-2387EF29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371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D8D6D-DBBC-4683-B03F-19E20F986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80DECE-1043-43B9-9B56-EDEB2DD3B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E50FCB-6F48-4D96-B77C-1E1E8FDBF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559378-4236-4962-B813-F8AE70B3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64644D-AF47-4DD0-8E15-07F1BE14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6562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3DAC3-968A-4257-B486-FA1AB553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C5DF3C-CF9E-441B-B4CC-D6CAB4ED7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802F0D-8DF4-4BCC-ABF0-A5442357B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9BE36A-2B30-4433-8E18-2C25B66A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596A75-B91E-4AB0-86AD-07693790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0077BB-4C4A-44BD-A48D-C1125827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10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D9A41-0642-4DBE-8FBC-4EF01082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9165F2-1CDD-475E-91EB-1CEB1B232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52061F-9EDA-43BB-A61A-21D47922B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252410-7E45-4618-BF3A-C18E4CC0E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F0B70F-02D1-458E-9859-ECFDE74C7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51ED346-EF7F-480D-A505-08675F55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6DFE1E-5EA7-4D40-B296-668B9924D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1608A2F-8EE5-453E-AFB6-F31DB0DE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4153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605FC-8513-482F-B820-1240FF4A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0310C5-3530-4A36-BAA3-597C0802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98B1A2-986F-42E7-BE6D-3060DA41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98271A-990A-4BC5-A16F-49916449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077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45F751F-79ED-4EC0-BE14-1FB8FFDF9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EF8851-E952-42F7-BFE5-3D7FE3D5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A2D0AA-B181-49F8-9B92-DFE4A9CE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239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5188-F032-4E19-B206-AC58BC58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7415FC-11BD-4FCC-91AC-4A4B13FA1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DF7B81-27D4-48CF-8909-D45FC94AA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1E3819-3626-4DC6-85EC-8F1BB8F2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B045EE-572A-468C-B75A-B203431F3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5402E9-98D6-424F-BF7C-FE9A392F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252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F5972-18CB-44A7-B32E-8F6AF9EBF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73E6512-C0FF-40AC-847F-4882C2E69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14EB9E-8689-413E-B554-654C2A0BC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8D527D-2E19-4060-8941-CB190D02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36194B-7A96-42F0-8B26-46E97195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738F68-8A63-4ACA-A4EE-2CCE03D3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5383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429F5-1282-4704-902A-F77BE5C7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4291AD-FD89-4909-89E6-0DCC989DA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606993-F1C3-4791-AF19-F4D73296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D04F2E-E18A-4BA5-9CEC-73852E27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0851F-CBC9-4AD2-8EB8-D606752A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247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B5A4AE-D46C-482F-BE72-EC67B5F4D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EBB960-F377-4994-9062-07BE8D78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A90A95-2768-480E-8E82-D6B5E9BD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335BFC-B058-4BFE-B810-28D9DC73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DD713-5C8F-42A7-BCF8-781862009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983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ADC33C-62D0-4FFB-B92F-95FADC1D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00C320-2294-429F-8EFD-20E94166A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9288A7-D4D2-4AC0-AB0B-EB7D30B3D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EB8FE-C579-4E57-B30D-187B0017E689}" type="datetimeFigureOut">
              <a:rPr lang="es-CL" smtClean="0"/>
              <a:t>25-09-2025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C08E6-E4D5-448E-9E51-53538971E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994764-CE5B-4289-8DFE-757A83018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FC2D1-2E8C-4516-9173-548B5029DA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045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7625C5-920E-4866-8641-5775298A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592"/>
            <a:ext cx="12192000" cy="580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27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53EBBD-400C-4B60-ACF7-854E4A398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9837"/>
            <a:ext cx="12192000" cy="573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9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D0DDFB-8BA4-4D48-BBE6-5C1CF021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862"/>
            <a:ext cx="12192000" cy="562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72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5903E9E-1B46-4454-85B2-B35A626E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4403"/>
            <a:ext cx="12192000" cy="564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64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96B3A08-3485-4BA5-904B-1268DB5B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436"/>
            <a:ext cx="12192000" cy="571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4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283649-5697-4015-AF86-06C82437A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450"/>
            <a:ext cx="12192000" cy="560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43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FA1AB22-E2AF-493F-80C3-921F8A376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338"/>
            <a:ext cx="12192000" cy="564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88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90ED5CC-D789-4ED2-B72D-255D5B02B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193"/>
            <a:ext cx="12192000" cy="575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6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EAB11A-A933-47D5-8EA2-04471826C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9782"/>
            <a:ext cx="12192000" cy="569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93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</Words>
  <Application>Microsoft Office PowerPoint</Application>
  <PresentationFormat>Panorámica</PresentationFormat>
  <Paragraphs>2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PCXX</dc:creator>
  <cp:lastModifiedBy>PCXX</cp:lastModifiedBy>
  <cp:revision>1</cp:revision>
  <dcterms:created xsi:type="dcterms:W3CDTF">2025-09-25T21:37:12Z</dcterms:created>
  <dcterms:modified xsi:type="dcterms:W3CDTF">2025-09-25T21:42:45Z</dcterms:modified>
</cp:coreProperties>
</file>